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8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6832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7645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4100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8134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1825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3947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267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8048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0722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9432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772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62601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4473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3031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44968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434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6E07A-C4FD-4B0A-9B2D-28E5B3068EF1}" type="datetimeFigureOut">
              <a:rPr lang="es-419" smtClean="0"/>
              <a:t>8/9/2026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F7B31A-C740-4AE6-9B27-2349D6AA870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59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6542C03-61B0-4B2F-AF6F-A5CA25B6A9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5400" y="50748"/>
            <a:ext cx="6858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E2A3C0-D094-4950-A00C-3FA76473C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n w="19050">
                  <a:solidFill>
                    <a:schemeClr val="accent2">
                      <a:lumMod val="75000"/>
                    </a:schemeClr>
                  </a:solidFill>
                </a:ln>
              </a:rPr>
              <a:t>Propuesta de </a:t>
            </a:r>
            <a:r>
              <a:rPr lang="es-MX" dirty="0" err="1">
                <a:ln w="19050">
                  <a:solidFill>
                    <a:schemeClr val="accent2">
                      <a:lumMod val="75000"/>
                    </a:schemeClr>
                  </a:solidFill>
                </a:ln>
              </a:rPr>
              <a:t>Frontend</a:t>
            </a:r>
            <a:r>
              <a:rPr lang="es-MX" dirty="0">
                <a:ln w="19050">
                  <a:solidFill>
                    <a:schemeClr val="accent2">
                      <a:lumMod val="75000"/>
                    </a:schemeClr>
                  </a:solidFill>
                </a:ln>
              </a:rPr>
              <a:t> – Desarrollo </a:t>
            </a:r>
            <a:r>
              <a:rPr lang="es-MX" dirty="0" err="1">
                <a:ln w="19050">
                  <a:solidFill>
                    <a:schemeClr val="accent2">
                      <a:lumMod val="75000"/>
                    </a:schemeClr>
                  </a:solidFill>
                </a:ln>
              </a:rPr>
              <a:t>Fullstack</a:t>
            </a:r>
            <a:endParaRPr lang="es-419" dirty="0">
              <a:ln w="19050"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3A493F-7879-48FE-8149-5D4A396C5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Proyecto “Ecogarzones”: Banquetera y Servicios para Eventos</a:t>
            </a:r>
          </a:p>
          <a:p>
            <a:r>
              <a:rPr lang="es-MX" dirty="0"/>
              <a:t>Matías Toloza Chaparro</a:t>
            </a:r>
          </a:p>
          <a:p>
            <a:r>
              <a:rPr lang="es-MX" dirty="0"/>
              <a:t>Desarrollo </a:t>
            </a:r>
            <a:r>
              <a:rPr lang="es-MX" dirty="0" err="1"/>
              <a:t>Fullstack</a:t>
            </a:r>
            <a:r>
              <a:rPr lang="es-MX" dirty="0"/>
              <a:t> II – Evaluación Parcial 1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B890CC-B94C-401E-B778-A21FC91E2FB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6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83CC5-C8F4-410B-9464-FF8831E5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Contexto de Ecogarzones y problemas presentes.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9848C-61DC-4DC2-9A71-0B07CEDC3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400"/>
            <a:ext cx="6781799" cy="388077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Ecogarzones es una empresa dedicada al rubro gastronómico con una trayectoria profesional de cinco años. Desde sus inicios, destacaba en el mundo por su enfoque ecológico y amigable con el medio ambiente, al mismo tiempo que reflejaba el mayor profesionalismo que el mercado puede ofrecer, con diversas especializaciones que cada evento requiera; desde </a:t>
            </a:r>
            <a:r>
              <a:rPr lang="es-MX" dirty="0" err="1">
                <a:solidFill>
                  <a:schemeClr val="tx1"/>
                </a:solidFill>
              </a:rPr>
              <a:t>banquetería</a:t>
            </a:r>
            <a:r>
              <a:rPr lang="es-MX" dirty="0">
                <a:solidFill>
                  <a:schemeClr val="tx1"/>
                </a:solidFill>
              </a:rPr>
              <a:t>, </a:t>
            </a:r>
            <a:r>
              <a:rPr lang="es-MX" dirty="0" err="1">
                <a:solidFill>
                  <a:schemeClr val="tx1"/>
                </a:solidFill>
              </a:rPr>
              <a:t>garzonería</a:t>
            </a:r>
            <a:r>
              <a:rPr lang="es-MX" dirty="0">
                <a:solidFill>
                  <a:schemeClr val="tx1"/>
                </a:solidFill>
              </a:rPr>
              <a:t> y </a:t>
            </a:r>
            <a:r>
              <a:rPr lang="es-MX" dirty="0" err="1">
                <a:solidFill>
                  <a:schemeClr val="tx1"/>
                </a:solidFill>
              </a:rPr>
              <a:t>bartendería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s-MX" dirty="0">
                <a:solidFill>
                  <a:schemeClr val="tx1"/>
                </a:solidFill>
              </a:rPr>
              <a:t>Sin embargo, su alto estándar de trabajo ha pecado de carecer de un sistema moderno y digitalizado para gestionar los diversos aspectos que Ecogarzones requiere. Desde el registro de los eventos, la solicitud de evento por parte de los clientes, y demás gestiones internas; desde inventario, asignación de trabajo hasta la supervisión de eventos e incidencias que pueden ocurrir en estos.</a:t>
            </a:r>
            <a:endParaRPr lang="es-419" dirty="0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D88741-1C93-4ED1-B48C-3FEA50D3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299" y="1972062"/>
            <a:ext cx="2873406" cy="38599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401426E-34E3-46B3-ACCD-0CB3E02FD37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2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9A8AA-FBB5-45ED-9AE2-A1BB0780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14866"/>
            <a:ext cx="8596668" cy="1320800"/>
          </a:xfrm>
        </p:spPr>
        <p:txBody>
          <a:bodyPr/>
          <a:lstStyle/>
          <a:p>
            <a:r>
              <a:rPr lang="es-MX" dirty="0"/>
              <a:t>Flujo de Navegación: Cliente / Administrador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B66138-4F9F-44A5-B219-C1F5D820C01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7AA742C5-6C75-4099-BDEE-545709133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2463"/>
              </p:ext>
            </p:extLst>
          </p:nvPr>
        </p:nvGraphicFramePr>
        <p:xfrm>
          <a:off x="508000" y="1930400"/>
          <a:ext cx="11006666" cy="4256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3333">
                  <a:extLst>
                    <a:ext uri="{9D8B030D-6E8A-4147-A177-3AD203B41FA5}">
                      <a16:colId xmlns:a16="http://schemas.microsoft.com/office/drawing/2014/main" val="3497167888"/>
                    </a:ext>
                  </a:extLst>
                </a:gridCol>
                <a:gridCol w="5503333">
                  <a:extLst>
                    <a:ext uri="{9D8B030D-6E8A-4147-A177-3AD203B41FA5}">
                      <a16:colId xmlns:a16="http://schemas.microsoft.com/office/drawing/2014/main" val="1017773219"/>
                    </a:ext>
                  </a:extLst>
                </a:gridCol>
              </a:tblGrid>
              <a:tr h="183781">
                <a:tc>
                  <a:txBody>
                    <a:bodyPr/>
                    <a:lstStyle/>
                    <a:p>
                      <a:r>
                        <a:rPr lang="es-MX" sz="1100" dirty="0"/>
                        <a:t>Cliente</a:t>
                      </a:r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dirty="0"/>
                        <a:t>Administrador</a:t>
                      </a:r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483971"/>
                  </a:ext>
                </a:extLst>
              </a:tr>
              <a:tr h="597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 err="1"/>
                        <a:t>Index</a:t>
                      </a:r>
                      <a:r>
                        <a:rPr lang="es-MX" sz="1100" b="1" dirty="0"/>
                        <a:t>(index_Ecogarzones.html)/</a:t>
                      </a:r>
                      <a:r>
                        <a:rPr lang="es-MX" sz="1100" b="1" dirty="0" err="1"/>
                        <a:t>IndexUser_Ecogarzones</a:t>
                      </a:r>
                      <a:r>
                        <a:rPr lang="es-MX" sz="1100" b="1" dirty="0"/>
                        <a:t>: </a:t>
                      </a:r>
                      <a:r>
                        <a:rPr lang="es-MX" sz="1100" dirty="0"/>
                        <a:t>Pagina principal en donde puede ver los servicios y características de Ecogarzones.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 err="1"/>
                        <a:t>Login</a:t>
                      </a:r>
                      <a:r>
                        <a:rPr lang="es-MX" sz="1100" b="1" dirty="0"/>
                        <a:t> (LogEcogarzones.html): </a:t>
                      </a:r>
                      <a:r>
                        <a:rPr lang="es-MX" sz="1100" dirty="0"/>
                        <a:t>Inicia sesión</a:t>
                      </a:r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01241"/>
                  </a:ext>
                </a:extLst>
              </a:tr>
              <a:tr h="735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Registro (ReguserEcogarzones.html): </a:t>
                      </a:r>
                      <a:r>
                        <a:rPr lang="es-MX" sz="1100" dirty="0"/>
                        <a:t>Pagina en donde el cliente crea una cuenta con validación. 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 err="1"/>
                        <a:t>Index</a:t>
                      </a:r>
                      <a:r>
                        <a:rPr lang="es-MX" sz="1100" b="1" dirty="0"/>
                        <a:t>(index_Ecogarzones.html)/</a:t>
                      </a:r>
                      <a:r>
                        <a:rPr lang="es-MX" sz="1100" b="1" dirty="0" err="1"/>
                        <a:t>IndexAdmin</a:t>
                      </a:r>
                      <a:r>
                        <a:rPr lang="es-MX" sz="1100" b="1" dirty="0"/>
                        <a:t>(index_Ecogarzones.html): : </a:t>
                      </a:r>
                      <a:r>
                        <a:rPr lang="es-MX" sz="1100" dirty="0"/>
                        <a:t>Pagina principal en donde puede ver los servicios y características de Ecogarzones.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87925"/>
                  </a:ext>
                </a:extLst>
              </a:tr>
              <a:tr h="597288">
                <a:tc>
                  <a:txBody>
                    <a:bodyPr/>
                    <a:lstStyle/>
                    <a:p>
                      <a:r>
                        <a:rPr lang="es-MX" sz="1100" b="1" dirty="0" err="1"/>
                        <a:t>Login</a:t>
                      </a:r>
                      <a:r>
                        <a:rPr lang="es-MX" sz="1100" b="1" dirty="0"/>
                        <a:t> (LogEcogarzones.html): </a:t>
                      </a:r>
                      <a:r>
                        <a:rPr lang="es-MX" sz="1100" dirty="0"/>
                        <a:t>Inicia sesión</a:t>
                      </a:r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Panel de Eventos (adminEcogarzones.html): </a:t>
                      </a:r>
                      <a:r>
                        <a:rPr lang="es-MX" sz="1100" b="1" dirty="0" err="1"/>
                        <a:t>Dashboard</a:t>
                      </a:r>
                      <a:r>
                        <a:rPr lang="es-MX" sz="1100" b="1" dirty="0"/>
                        <a:t> con los datos de los eventos solicitados y demás datos.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129544"/>
                  </a:ext>
                </a:extLst>
              </a:tr>
              <a:tr h="7351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Solicitar evento (pedirservicio.html): </a:t>
                      </a:r>
                      <a:r>
                        <a:rPr lang="es-MX" sz="1100" dirty="0"/>
                        <a:t>Completa datos del cliente que solicita el servicio.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Panel de Personal (admin_personalEcogarzones.html): </a:t>
                      </a:r>
                      <a:r>
                        <a:rPr lang="es-MX" sz="1100" b="1" dirty="0" err="1"/>
                        <a:t>Dashboard</a:t>
                      </a:r>
                      <a:r>
                        <a:rPr lang="es-MX" sz="1100" b="1" dirty="0"/>
                        <a:t> del staff y personal disponible y/o labores asignadas.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04756"/>
                  </a:ext>
                </a:extLst>
              </a:tr>
              <a:tr h="7351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Detalles del evento (detallesevento.html): </a:t>
                      </a:r>
                      <a:r>
                        <a:rPr lang="es-MX" sz="1100" dirty="0"/>
                        <a:t>Completa datos exactos y detallados, como ubicación, personal, menú, barra y extras para el evento a solicitar.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Panel de Incidencias (admin_incidenciasEcogarzones.html): </a:t>
                      </a:r>
                      <a:r>
                        <a:rPr lang="es-MX" sz="1100" b="1" dirty="0" err="1"/>
                        <a:t>Dashboard</a:t>
                      </a:r>
                      <a:r>
                        <a:rPr lang="es-MX" sz="1100" b="1" dirty="0"/>
                        <a:t> de tickets con incidencias ocurridas en eventos.</a:t>
                      </a:r>
                      <a:endParaRPr lang="es-419" sz="1100" dirty="0"/>
                    </a:p>
                    <a:p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483235"/>
                  </a:ext>
                </a:extLst>
              </a:tr>
              <a:tr h="597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Confirmación (servicio_solicitadoEcogarzones.html): </a:t>
                      </a:r>
                      <a:r>
                        <a:rPr lang="es-MX" sz="1100" dirty="0"/>
                        <a:t>Ve resumen, contacto y confirmación del evento.</a:t>
                      </a:r>
                      <a:endParaRPr lang="es-419" sz="1100" dirty="0"/>
                    </a:p>
                    <a:p>
                      <a:endParaRPr lang="es-419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/>
                        <a:t>Panel de Inventario (admin_inventarioEcogarzones.html): </a:t>
                      </a:r>
                      <a:r>
                        <a:rPr lang="es-MX" sz="1100" b="1" dirty="0" err="1"/>
                        <a:t>Dashboard</a:t>
                      </a:r>
                      <a:r>
                        <a:rPr lang="es-MX" sz="1100" b="1" dirty="0"/>
                        <a:t> de los insumos disponibles.</a:t>
                      </a:r>
                    </a:p>
                    <a:p>
                      <a:endParaRPr lang="es-419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47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22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9A8AA-FBB5-45ED-9AE2-A1BB0780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6675"/>
            <a:ext cx="8596668" cy="1320800"/>
          </a:xfrm>
        </p:spPr>
        <p:txBody>
          <a:bodyPr/>
          <a:lstStyle/>
          <a:p>
            <a:r>
              <a:rPr lang="es-MX" dirty="0"/>
              <a:t>Pagina Principal(</a:t>
            </a:r>
            <a:r>
              <a:rPr lang="es-MX" dirty="0" err="1"/>
              <a:t>Index</a:t>
            </a:r>
            <a:r>
              <a:rPr lang="es-MX" dirty="0"/>
              <a:t>): Ecogarzones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B66138-4F9F-44A5-B219-C1F5D820C01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1A7FED-A80C-4220-ADDE-130F5BDB5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050243"/>
            <a:ext cx="4709524" cy="23149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66682A7-D005-4CE3-A409-705939D95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266" y="1050243"/>
            <a:ext cx="4699194" cy="23149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54210F6-3303-490B-9247-32E047A46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238" y="4148746"/>
            <a:ext cx="4709524" cy="231253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6D2AD2F-471A-4160-BAA1-BF04F982C15B}"/>
              </a:ext>
            </a:extLst>
          </p:cNvPr>
          <p:cNvSpPr txBox="1"/>
          <p:nvPr/>
        </p:nvSpPr>
        <p:spPr>
          <a:xfrm>
            <a:off x="643467" y="3365178"/>
            <a:ext cx="2137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chemeClr val="bg2">
                    <a:lumMod val="75000"/>
                  </a:schemeClr>
                </a:solidFill>
              </a:rPr>
              <a:t>index_ecogarzones.html</a:t>
            </a:r>
            <a:endParaRPr lang="es-419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ED8B6E-13E8-4B12-A666-FF782C7DD72A}"/>
              </a:ext>
            </a:extLst>
          </p:cNvPr>
          <p:cNvSpPr txBox="1"/>
          <p:nvPr/>
        </p:nvSpPr>
        <p:spPr>
          <a:xfrm>
            <a:off x="1248248" y="6169691"/>
            <a:ext cx="2492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chemeClr val="bg2">
                    <a:lumMod val="75000"/>
                  </a:schemeClr>
                </a:solidFill>
              </a:rPr>
              <a:t>indexUser_Ecogarzones.html</a:t>
            </a:r>
            <a:endParaRPr lang="es-419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89A4AF-2395-4575-99A5-C48CF80C7B49}"/>
              </a:ext>
            </a:extLst>
          </p:cNvPr>
          <p:cNvSpPr txBox="1"/>
          <p:nvPr/>
        </p:nvSpPr>
        <p:spPr>
          <a:xfrm>
            <a:off x="6663266" y="3365177"/>
            <a:ext cx="6100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solidFill>
                  <a:schemeClr val="bg2">
                    <a:lumMod val="75000"/>
                  </a:schemeClr>
                </a:solidFill>
              </a:rPr>
              <a:t>indexadmin_Ecogarzones.html</a:t>
            </a:r>
            <a:endParaRPr lang="es-419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87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C8555773-2553-47AD-BBB1-4D17111117AB}"/>
              </a:ext>
            </a:extLst>
          </p:cNvPr>
          <p:cNvGrpSpPr/>
          <p:nvPr/>
        </p:nvGrpSpPr>
        <p:grpSpPr>
          <a:xfrm>
            <a:off x="2639780" y="1072322"/>
            <a:ext cx="4604041" cy="5519003"/>
            <a:chOff x="5920026" y="576366"/>
            <a:chExt cx="5456184" cy="6068704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3B9D7FB-A390-46CC-B165-543B5AE3B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0026" y="2238547"/>
              <a:ext cx="5456184" cy="2620687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BD27D7D-4802-4EDE-AA94-08D7AFD19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0026" y="576366"/>
              <a:ext cx="5456184" cy="2048935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E79382A4-F5C0-42F5-A9C5-C2628E478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0026" y="4859234"/>
              <a:ext cx="5456184" cy="1785836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FD32FCC9-F14A-46D5-AAD7-B577ECDC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6675"/>
            <a:ext cx="8596668" cy="1320800"/>
          </a:xfrm>
        </p:spPr>
        <p:txBody>
          <a:bodyPr/>
          <a:lstStyle/>
          <a:p>
            <a:r>
              <a:rPr lang="es-MX" dirty="0"/>
              <a:t>Pagina Principal(</a:t>
            </a:r>
            <a:r>
              <a:rPr lang="es-MX" dirty="0" err="1"/>
              <a:t>Index</a:t>
            </a:r>
            <a:r>
              <a:rPr lang="es-MX" dirty="0"/>
              <a:t>): Ecogarzones</a:t>
            </a:r>
            <a:endParaRPr lang="es-419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5FB285C-A4FA-45AB-9105-7431738B3277}"/>
              </a:ext>
            </a:extLst>
          </p:cNvPr>
          <p:cNvSpPr txBox="1"/>
          <p:nvPr/>
        </p:nvSpPr>
        <p:spPr>
          <a:xfrm>
            <a:off x="502656" y="6283548"/>
            <a:ext cx="2137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>
                <a:solidFill>
                  <a:schemeClr val="bg2">
                    <a:lumMod val="75000"/>
                  </a:schemeClr>
                </a:solidFill>
              </a:rPr>
              <a:t>index_ecogarzones.html</a:t>
            </a:r>
            <a:endParaRPr lang="es-419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81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9A8AA-FBB5-45ED-9AE2-A1BB0780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Log in y Registro de Usuario: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B66138-4F9F-44A5-B219-C1F5D820C01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426B1C1-9C11-468B-8F19-474A6D9E0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06" y="1648382"/>
            <a:ext cx="5644125" cy="356816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C6E99E-724A-4E09-A85D-D8F80833A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03" y="1648382"/>
            <a:ext cx="5644125" cy="357509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ABE08D1-B72D-4A12-94DD-EE8934F57013}"/>
              </a:ext>
            </a:extLst>
          </p:cNvPr>
          <p:cNvSpPr txBox="1"/>
          <p:nvPr/>
        </p:nvSpPr>
        <p:spPr>
          <a:xfrm>
            <a:off x="318684" y="5223481"/>
            <a:ext cx="264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bg2">
                    <a:lumMod val="75000"/>
                  </a:schemeClr>
                </a:solidFill>
              </a:rPr>
              <a:t>LogEcogarzones.html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01FB95-1DEC-4A1C-AA12-5364256D4002}"/>
              </a:ext>
            </a:extLst>
          </p:cNvPr>
          <p:cNvSpPr txBox="1"/>
          <p:nvPr/>
        </p:nvSpPr>
        <p:spPr>
          <a:xfrm>
            <a:off x="6038903" y="5216549"/>
            <a:ext cx="659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bg2">
                    <a:lumMod val="75000"/>
                  </a:schemeClr>
                </a:solidFill>
              </a:rPr>
              <a:t>ReguserEcogarzones.html</a:t>
            </a:r>
          </a:p>
        </p:txBody>
      </p:sp>
    </p:spTree>
    <p:extLst>
      <p:ext uri="{BB962C8B-B14F-4D97-AF65-F5344CB8AC3E}">
        <p14:creationId xmlns:p14="http://schemas.microsoft.com/office/powerpoint/2010/main" val="200255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9E86708-69EC-4E52-B796-04FE197DE23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FC351B-E12C-453F-AE86-582A7F4E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60" y="1823856"/>
            <a:ext cx="4506717" cy="275711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2130B8-EA78-4A6C-9867-C6108D6AEF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96" r="2963"/>
          <a:stretch/>
        </p:blipFill>
        <p:spPr>
          <a:xfrm>
            <a:off x="9008532" y="3736819"/>
            <a:ext cx="2602871" cy="2767973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8FE004A5-E685-4EFA-8CCA-1B5364D901F6}"/>
              </a:ext>
            </a:extLst>
          </p:cNvPr>
          <p:cNvGrpSpPr/>
          <p:nvPr/>
        </p:nvGrpSpPr>
        <p:grpSpPr>
          <a:xfrm>
            <a:off x="5889916" y="879332"/>
            <a:ext cx="2838017" cy="4960134"/>
            <a:chOff x="5889915" y="853427"/>
            <a:chExt cx="2838017" cy="4960134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857A60C-8773-4461-9F97-798DB84175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796"/>
            <a:stretch/>
          </p:blipFill>
          <p:spPr>
            <a:xfrm>
              <a:off x="5889915" y="853427"/>
              <a:ext cx="2838017" cy="2891858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EC73BE8-EA5D-418E-92B6-14B6F96EB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9915" y="3296570"/>
              <a:ext cx="2838017" cy="2516991"/>
            </a:xfrm>
            <a:prstGeom prst="rect">
              <a:avLst/>
            </a:prstGeom>
          </p:spPr>
        </p:pic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78487092-52DB-489A-B75D-6A1945728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8533" y="879332"/>
            <a:ext cx="2602871" cy="276797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513013BD-3A2C-479E-8851-8B8D3558795E}"/>
              </a:ext>
            </a:extLst>
          </p:cNvPr>
          <p:cNvSpPr txBox="1"/>
          <p:nvPr/>
        </p:nvSpPr>
        <p:spPr>
          <a:xfrm>
            <a:off x="249360" y="4580970"/>
            <a:ext cx="264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bg2">
                    <a:lumMod val="75000"/>
                  </a:schemeClr>
                </a:solidFill>
              </a:rPr>
              <a:t>pedirservicio.html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B69780-BE32-4972-BE03-548536A3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60" y="283608"/>
            <a:ext cx="4506717" cy="1320800"/>
          </a:xfrm>
        </p:spPr>
        <p:txBody>
          <a:bodyPr/>
          <a:lstStyle/>
          <a:p>
            <a:r>
              <a:rPr lang="es-MX" dirty="0"/>
              <a:t>Proceso de Solicitud:</a:t>
            </a:r>
            <a:endParaRPr lang="es-419" dirty="0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328AB123-8B67-4869-81FB-7DF726097646}"/>
              </a:ext>
            </a:extLst>
          </p:cNvPr>
          <p:cNvSpPr/>
          <p:nvPr/>
        </p:nvSpPr>
        <p:spPr>
          <a:xfrm>
            <a:off x="4909677" y="2923013"/>
            <a:ext cx="889990" cy="399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9447EF3-EB75-4FAA-9999-15C918B24D3C}"/>
              </a:ext>
            </a:extLst>
          </p:cNvPr>
          <p:cNvSpPr txBox="1"/>
          <p:nvPr/>
        </p:nvSpPr>
        <p:spPr>
          <a:xfrm>
            <a:off x="5889916" y="5910237"/>
            <a:ext cx="264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bg2">
                    <a:lumMod val="75000"/>
                  </a:schemeClr>
                </a:solidFill>
              </a:rPr>
              <a:t>detallesevento.html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01600C3-75BB-446F-BD3A-167915ECE88B}"/>
              </a:ext>
            </a:extLst>
          </p:cNvPr>
          <p:cNvSpPr txBox="1"/>
          <p:nvPr/>
        </p:nvSpPr>
        <p:spPr>
          <a:xfrm>
            <a:off x="249360" y="1419742"/>
            <a:ext cx="427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1.Datos personales de Quien lo solicita:</a:t>
            </a:r>
            <a:endParaRPr lang="es-419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7F78637-3C2D-4B30-9CC8-848958C9C41A}"/>
              </a:ext>
            </a:extLst>
          </p:cNvPr>
          <p:cNvSpPr txBox="1"/>
          <p:nvPr/>
        </p:nvSpPr>
        <p:spPr>
          <a:xfrm>
            <a:off x="5170357" y="474615"/>
            <a:ext cx="430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2.Detalles y requerimientos del evento:</a:t>
            </a:r>
            <a:endParaRPr lang="es-419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ECA468F-0DAB-4F43-A3D7-B164D14FB9FE}"/>
              </a:ext>
            </a:extLst>
          </p:cNvPr>
          <p:cNvSpPr txBox="1"/>
          <p:nvPr/>
        </p:nvSpPr>
        <p:spPr>
          <a:xfrm>
            <a:off x="397227" y="5540905"/>
            <a:ext cx="5017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dirty="0"/>
              <a:t>*</a:t>
            </a:r>
            <a:r>
              <a:rPr lang="es-MX" sz="1400" dirty="0">
                <a:solidFill>
                  <a:schemeClr val="accent2">
                    <a:lumMod val="75000"/>
                  </a:schemeClr>
                </a:solidFill>
              </a:rPr>
              <a:t>Restricciones de Proceso</a:t>
            </a:r>
            <a:r>
              <a:rPr lang="es-MX" sz="1400" dirty="0"/>
              <a:t>:</a:t>
            </a:r>
            <a:r>
              <a:rPr lang="es-419" sz="1400" dirty="0"/>
              <a:t> La solicitud no se enviará si no se completa las indicaciones obligatorias o si no se aceptan los términos y condiciones legales que establece Ecogarzones.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181673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0C889-6940-4560-A8F6-B0F5F61C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7867"/>
            <a:ext cx="8596668" cy="1320800"/>
          </a:xfrm>
        </p:spPr>
        <p:txBody>
          <a:bodyPr/>
          <a:lstStyle/>
          <a:p>
            <a:r>
              <a:rPr lang="es-MX" dirty="0"/>
              <a:t>Solicitud de Servicio Enviada: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DE5051-17F4-4D89-AD09-0B7820DF5C5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1" y="50748"/>
            <a:ext cx="1894454" cy="4657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8C36936-B5A3-4D5B-902F-5587317F670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11" y="203148"/>
            <a:ext cx="1894454" cy="4657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1F24265-DBF8-48CA-B3CC-E140D13E8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035" y="1039596"/>
            <a:ext cx="7593821" cy="390493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F55F2B9-B57C-425B-8C80-D43B4238C918}"/>
              </a:ext>
            </a:extLst>
          </p:cNvPr>
          <p:cNvSpPr txBox="1"/>
          <p:nvPr/>
        </p:nvSpPr>
        <p:spPr>
          <a:xfrm>
            <a:off x="2174734" y="4944533"/>
            <a:ext cx="3921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solidFill>
                  <a:schemeClr val="bg2">
                    <a:lumMod val="75000"/>
                  </a:schemeClr>
                </a:solidFill>
              </a:rPr>
              <a:t>servicio_solicitadoEcogarzones.html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E0CB7D-2822-4CB7-8678-36828C7C8087}"/>
              </a:ext>
            </a:extLst>
          </p:cNvPr>
          <p:cNvSpPr txBox="1"/>
          <p:nvPr/>
        </p:nvSpPr>
        <p:spPr>
          <a:xfrm>
            <a:off x="618067" y="5620062"/>
            <a:ext cx="80094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Cumple la función de notificar al cliente que la solicitud fue exitosa. Se le da la opción de volver al </a:t>
            </a:r>
            <a:r>
              <a:rPr lang="es-MX" sz="1600" dirty="0" err="1"/>
              <a:t>index</a:t>
            </a:r>
            <a:r>
              <a:rPr lang="es-MX" sz="1600" dirty="0"/>
              <a:t> (indexUser_Ecogarzones.html), cerrando definitivamente la solicitud, como también de realizar una nueva bajo un nuevo código (#SOL-2026-XXXX -&gt; código de referencia)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174236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BFC7B-60D2-4E9A-8D21-9F9B45BB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59438"/>
            <a:ext cx="8596668" cy="1320800"/>
          </a:xfrm>
        </p:spPr>
        <p:txBody>
          <a:bodyPr/>
          <a:lstStyle/>
          <a:p>
            <a:r>
              <a:rPr lang="es-MX" dirty="0" err="1"/>
              <a:t>Dashboard</a:t>
            </a:r>
            <a:r>
              <a:rPr lang="es-MX" dirty="0"/>
              <a:t> de Administrador: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C2FEA4-F26B-42D0-AAD2-E34C8B96F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19" y="5032170"/>
            <a:ext cx="4378892" cy="17501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4C27623-D0E7-45F5-AF09-A1A150197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19" y="2511154"/>
            <a:ext cx="4378892" cy="21449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E7A305-BA54-4CE8-8BCF-29DB3ECF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19" y="286703"/>
            <a:ext cx="4378892" cy="21198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576E209-4519-4CD2-976D-F49F36DBA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686" y="2708657"/>
            <a:ext cx="4817990" cy="1749943"/>
          </a:xfrm>
          <a:prstGeom prst="rect">
            <a:avLst/>
          </a:prstGeom>
        </p:spPr>
      </p:pic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E06B1F4E-339D-4435-8AAE-0B016B6D3A2D}"/>
              </a:ext>
            </a:extLst>
          </p:cNvPr>
          <p:cNvCxnSpPr>
            <a:stCxn id="11" idx="3"/>
            <a:endCxn id="9" idx="1"/>
          </p:cNvCxnSpPr>
          <p:nvPr/>
        </p:nvCxnSpPr>
        <p:spPr>
          <a:xfrm flipV="1">
            <a:off x="5061676" y="1346628"/>
            <a:ext cx="2285543" cy="22370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1A07367-0F7E-418F-8DC1-DD936C7D052B}"/>
              </a:ext>
            </a:extLst>
          </p:cNvPr>
          <p:cNvCxnSpPr>
            <a:stCxn id="11" idx="3"/>
            <a:endCxn id="7" idx="1"/>
          </p:cNvCxnSpPr>
          <p:nvPr/>
        </p:nvCxnSpPr>
        <p:spPr>
          <a:xfrm>
            <a:off x="5061676" y="3583629"/>
            <a:ext cx="2285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C840D2CF-F193-4653-A51B-B56FCCA25D4C}"/>
              </a:ext>
            </a:extLst>
          </p:cNvPr>
          <p:cNvCxnSpPr>
            <a:stCxn id="11" idx="3"/>
            <a:endCxn id="5" idx="1"/>
          </p:cNvCxnSpPr>
          <p:nvPr/>
        </p:nvCxnSpPr>
        <p:spPr>
          <a:xfrm>
            <a:off x="5061676" y="3583629"/>
            <a:ext cx="2285543" cy="23236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26CAE1F-26C8-430E-9FCA-893E682A2287}"/>
              </a:ext>
            </a:extLst>
          </p:cNvPr>
          <p:cNvSpPr txBox="1"/>
          <p:nvPr/>
        </p:nvSpPr>
        <p:spPr>
          <a:xfrm>
            <a:off x="243686" y="2406553"/>
            <a:ext cx="2642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>
                <a:solidFill>
                  <a:schemeClr val="bg2">
                    <a:lumMod val="75000"/>
                  </a:schemeClr>
                </a:solidFill>
              </a:rPr>
              <a:t>adminEcogarzones.html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5331547-C272-4C83-B35B-C107B76EF652}"/>
              </a:ext>
            </a:extLst>
          </p:cNvPr>
          <p:cNvSpPr txBox="1"/>
          <p:nvPr/>
        </p:nvSpPr>
        <p:spPr>
          <a:xfrm>
            <a:off x="4704235" y="1103528"/>
            <a:ext cx="2642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>
                <a:solidFill>
                  <a:schemeClr val="bg2">
                    <a:lumMod val="75000"/>
                  </a:schemeClr>
                </a:solidFill>
              </a:rPr>
              <a:t>admin_personalEcogarzones.html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C68A428-30C0-4ED3-A637-470A3D1D42DB}"/>
              </a:ext>
            </a:extLst>
          </p:cNvPr>
          <p:cNvSpPr txBox="1"/>
          <p:nvPr/>
        </p:nvSpPr>
        <p:spPr>
          <a:xfrm>
            <a:off x="4619568" y="6505359"/>
            <a:ext cx="2642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>
                <a:solidFill>
                  <a:schemeClr val="bg2">
                    <a:lumMod val="75000"/>
                  </a:schemeClr>
                </a:solidFill>
              </a:rPr>
              <a:t>admin_incidenciasEcogarzones.html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51B7EAD-F602-430B-A8F2-6D24F0C20FD3}"/>
              </a:ext>
            </a:extLst>
          </p:cNvPr>
          <p:cNvSpPr txBox="1"/>
          <p:nvPr/>
        </p:nvSpPr>
        <p:spPr>
          <a:xfrm>
            <a:off x="7262552" y="4606946"/>
            <a:ext cx="26429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>
                <a:solidFill>
                  <a:schemeClr val="bg2">
                    <a:lumMod val="75000"/>
                  </a:schemeClr>
                </a:solidFill>
              </a:rPr>
              <a:t>admin_inventarioEcogarzones.html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DDA264C-96C8-4695-8BB6-DB063FEE52F2}"/>
              </a:ext>
            </a:extLst>
          </p:cNvPr>
          <p:cNvSpPr txBox="1"/>
          <p:nvPr/>
        </p:nvSpPr>
        <p:spPr>
          <a:xfrm>
            <a:off x="313797" y="4674066"/>
            <a:ext cx="481799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100" dirty="0"/>
              <a:t>Este apartado cumple la función de ser el centro de gestión de los eventos que Ecogarzones busca administrar. Por medio de un sistema de </a:t>
            </a:r>
            <a:r>
              <a:rPr lang="es-MX" sz="1100" dirty="0" err="1"/>
              <a:t>Dashboard</a:t>
            </a:r>
            <a:r>
              <a:rPr lang="es-MX" sz="1100" dirty="0"/>
              <a:t>, se busca tener la mayor cantidad de información a mano de forma optima. Al mismo tiempo, y por medio de una barra lateral, el administrador podrá navegar por los diversos apartados que la empresa gestiona, desde Incidencias, Eventos, Inventario y el Personal disponible. Finalmente, tendrá la posibilidad de modificar datos puntuales como también cerrar sesión, retornándolo al </a:t>
            </a:r>
            <a:r>
              <a:rPr lang="es-MX" sz="1100" dirty="0" err="1"/>
              <a:t>index</a:t>
            </a:r>
            <a:r>
              <a:rPr lang="es-MX" sz="1100" dirty="0"/>
              <a:t> de un usuario no registrado (index_ecogarzones.html).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38472903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693</Words>
  <Application>Microsoft Office PowerPoint</Application>
  <PresentationFormat>Panorámica</PresentationFormat>
  <Paragraphs>46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</vt:lpstr>
      <vt:lpstr>Propuesta de Frontend – Desarrollo Fullstack</vt:lpstr>
      <vt:lpstr>Contexto de Ecogarzones y problemas presentes.</vt:lpstr>
      <vt:lpstr>Flujo de Navegación: Cliente / Administrador</vt:lpstr>
      <vt:lpstr>Pagina Principal(Index): Ecogarzones</vt:lpstr>
      <vt:lpstr>Pagina Principal(Index): Ecogarzones</vt:lpstr>
      <vt:lpstr>Log in y Registro de Usuario:</vt:lpstr>
      <vt:lpstr>Proceso de Solicitud:</vt:lpstr>
      <vt:lpstr>Solicitud de Servicio Enviada:</vt:lpstr>
      <vt:lpstr>Dashboard de Administrador: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Frontend – Desarrollo Fullstack</dc:title>
  <dc:creator>MA-Alumno</dc:creator>
  <cp:lastModifiedBy>MA-Alumno</cp:lastModifiedBy>
  <cp:revision>11</cp:revision>
  <dcterms:created xsi:type="dcterms:W3CDTF">2026-09-08T17:39:41Z</dcterms:created>
  <dcterms:modified xsi:type="dcterms:W3CDTF">2026-09-08T19:03:55Z</dcterms:modified>
</cp:coreProperties>
</file>